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Aans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8B05B"/>
                </a:solidFill>
              </a:rPr>
              <a:t>Tailor Dashboard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8DFD2"/>
                </a:solidFill>
              </a:rPr>
              <a:t>Client presentation: proposed screens, workflow, and local data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94760"/>
            <a:ext cx="2194560" cy="411480"/>
          </a:xfrm>
          <a:prstGeom prst="round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Browser based - No Electron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3794760"/>
            <a:ext cx="182880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Local SQLite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3794760"/>
            <a:ext cx="196596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Desktop icon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8DFD2"/>
                </a:solidFill>
              </a:rPr>
              <a:t>Prepared for client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A professional local dashboard for tailor customer and measurement management.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6459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B2A"/>
                </a:solidFill>
              </a:rPr>
              <a:t>Customer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Save name, phone, address, order dates, notes.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B2A"/>
                </a:solidFill>
              </a:rPr>
              <a:t>Measurements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04288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Qameez, suit, shalwar, trouser, cm/inch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B2A"/>
                </a:solidFill>
              </a:rPr>
              <a:t>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7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Stitching price, advance, remaining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033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B2A"/>
                </a:solidFill>
              </a:rPr>
              <a:t>Local Desktop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33087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4748B"/>
                </a:solidFill>
              </a:rPr>
              <a:t>Click desktop icon, app opens in browser at localhost:3000.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How the client will use the system from desktop icon to saved record.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Click Desktop 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6151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8B05B"/>
                </a:solidFill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Browser Opens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151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8B05B"/>
                </a:solidFill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Dashboard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151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8B05B"/>
                </a:solidFill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0408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Add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151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8B05B"/>
                </a:solidFill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Enter Measurements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6151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8B05B"/>
                </a:solidFill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7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Save to SQLite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6151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8B05B"/>
                </a:solidFill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2240280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1048" y="235915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6B5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7" y="2761488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</a:rPr>
              <a:t>Preview / Edit / 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75488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22B2A"/>
                </a:solidFill>
              </a:rPr>
              <a:t>Daily operation is simple: the user clicks the icon, enters orders, and the data remains saved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Screen 1: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Aans Fabric branded dashboard with quick actions and business summary.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417320"/>
            <a:ext cx="1083564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91640"/>
            <a:ext cx="10287000" cy="1143000"/>
          </a:xfrm>
          <a:prstGeom prst="roundRect">
            <a:avLst/>
          </a:prstGeom>
          <a:solidFill>
            <a:srgbClr val="122B2A"/>
          </a:solidFill>
          <a:ln w="12700">
            <a:solidFill>
              <a:srgbClr val="12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20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Aans Fabric Tailor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965960"/>
            <a:ext cx="1325880" cy="411480"/>
          </a:xfrm>
          <a:prstGeom prst="round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Add customer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965960"/>
            <a:ext cx="114300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Saved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06324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246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Saved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5661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B2A"/>
                </a:solidFill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306324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246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Today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5661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B2A"/>
                </a:solidFill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306324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7" y="3246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Pending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35661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B2A"/>
                </a:solidFill>
              </a:rPr>
              <a:t>Rs 18,500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95944" y="306324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3246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Delivered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35661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B2A"/>
                </a:solidFill>
              </a:rPr>
              <a:t>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343400"/>
            <a:ext cx="4937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262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B2A"/>
                </a:solidFill>
              </a:rPr>
              <a:t>Animated Weekly Orders Chart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5120640"/>
            <a:ext cx="256032" cy="411480"/>
          </a:xfrm>
          <a:prstGeom prst="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4846320"/>
            <a:ext cx="256032" cy="685800"/>
          </a:xfrm>
          <a:prstGeom prst="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1720" y="5001768"/>
            <a:ext cx="256032" cy="530352"/>
          </a:xfrm>
          <a:prstGeom prst="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4617720"/>
            <a:ext cx="256032" cy="914400"/>
          </a:xfrm>
          <a:prstGeom prst="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4745736"/>
            <a:ext cx="256032" cy="786384"/>
          </a:xfrm>
          <a:prstGeom prst="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4965192"/>
            <a:ext cx="256032" cy="566928"/>
          </a:xfrm>
          <a:prstGeom prst="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434340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B2A"/>
                </a:solidFill>
              </a:rPr>
              <a:t>Order Pipeline + Payment Focus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Pending / In Progress / Completed / Delivered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Remaining payment summary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Recent customer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Screen 2: Customer Measurement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Professional entry page for customer details, measurements, and payments.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508760"/>
            <a:ext cx="5074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B2A"/>
                </a:solidFill>
              </a:rPr>
              <a:t>Customer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Name / Phone / Address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Order date / Delivery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074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B2A"/>
                </a:solidFill>
              </a:rPr>
              <a:t>Suit / Qameez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30552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Length / Chest / Shoulder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Sleeve / Collar / Pockets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074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B2A"/>
                </a:solidFill>
              </a:rPr>
              <a:t>Shalwar / Trouser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1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Length / Waist / Hip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Thigh / Poncha / Zip/Elastic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074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B2A"/>
                </a:solidFill>
              </a:rPr>
              <a:t>Order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96511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Fabric type / Suit design / Price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Advance /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5715000"/>
            <a:ext cx="1645920" cy="411480"/>
          </a:xfrm>
          <a:prstGeom prst="roundRect">
            <a:avLst/>
          </a:prstGeom>
          <a:solidFill>
            <a:srgbClr val="0D6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CM / Inch selector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5715000"/>
            <a:ext cx="1828800" cy="411480"/>
          </a:xfrm>
          <a:prstGeom prst="round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Numeric only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Screen 3: Measurement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Live visual measurement sheet for client confidence before saving.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17320"/>
            <a:ext cx="6492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B2A"/>
                </a:solidFill>
              </a:rPr>
              <a:t>Custom Measurement Diagram</a:t>
            </a:r>
          </a:p>
        </p:txBody>
      </p:sp>
      <p:sp>
        <p:nvSpPr>
          <p:cNvPr id="8" name="Oval 7"/>
          <p:cNvSpPr/>
          <p:nvPr/>
        </p:nvSpPr>
        <p:spPr>
          <a:xfrm>
            <a:off x="2331720" y="2057400"/>
            <a:ext cx="502920" cy="502920"/>
          </a:xfrm>
          <a:prstGeom prst="ellipse">
            <a:avLst/>
          </a:prstGeom>
          <a:noFill/>
          <a:ln w="25400">
            <a:solidFill>
              <a:srgbClr val="12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6360" y="2057400"/>
            <a:ext cx="502920" cy="502920"/>
          </a:xfrm>
          <a:prstGeom prst="ellipse">
            <a:avLst/>
          </a:prstGeom>
          <a:noFill/>
          <a:ln w="25400">
            <a:solidFill>
              <a:srgbClr val="12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1965960" y="2697480"/>
            <a:ext cx="1234440" cy="1874519"/>
          </a:xfrm>
          <a:prstGeom prst="diamond">
            <a:avLst/>
          </a:prstGeom>
          <a:solidFill>
            <a:srgbClr val="FFFAF0"/>
          </a:solidFill>
          <a:ln w="25400">
            <a:solidFill>
              <a:srgbClr val="12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4800600" y="2697480"/>
            <a:ext cx="1234440" cy="1874519"/>
          </a:xfrm>
          <a:prstGeom prst="diamond">
            <a:avLst/>
          </a:prstGeom>
          <a:solidFill>
            <a:srgbClr val="FFFAF0"/>
          </a:solidFill>
          <a:ln w="25400">
            <a:solidFill>
              <a:srgbClr val="12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8006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6B5F"/>
                </a:solidFill>
              </a:rPr>
              <a:t>Qameez Front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00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D6B5F"/>
                </a:solidFill>
              </a:rPr>
              <a:t>Shalwar /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69164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8288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07568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B2A"/>
                </a:solidFill>
              </a:rPr>
              <a:t>Value + unit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69164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82880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Chest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07568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B2A"/>
                </a:solidFill>
              </a:rPr>
              <a:t>Value + 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74320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Shoulder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12724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B2A"/>
                </a:solidFill>
              </a:rPr>
              <a:t>Value + unit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274320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88036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Sleeve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12724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B2A"/>
                </a:solidFill>
              </a:rPr>
              <a:t>Value + unit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794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393192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Waist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17880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B2A"/>
                </a:solidFill>
              </a:rPr>
              <a:t>Value + unit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379476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393192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Poncha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178808"/>
            <a:ext cx="1234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22B2A"/>
                </a:solidFill>
              </a:rPr>
              <a:t>Value + unit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983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Preview appears on form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Preview button available on saved records</a:t>
            </a:r>
          </a:p>
          <a:p>
            <a:pPr>
              <a:spcAft>
                <a:spcPts val="800"/>
              </a:spcAft>
              <a:defRPr sz="1200">
                <a:solidFill>
                  <a:srgbClr val="172033"/>
                </a:solidFill>
              </a:defRPr>
            </a:pPr>
            <a:r>
              <a:t>Uses our own custom art, not copied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Screen 4: Saved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Searchable customer list with edit, preview, and safe delete.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417320"/>
            <a:ext cx="106070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B2A"/>
                </a:solidFill>
              </a:rPr>
              <a:t>Saved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2918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755648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</a:rPr>
              <a:t>Search by name or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423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423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Measurements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23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23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4748B"/>
                </a:solidFill>
              </a:rPr>
              <a:t>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Customer name
0300 0000000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8346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B5F"/>
                </a:solidFill>
              </a:rPr>
              <a:t>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3464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Chest / Shoulder
Sleeve /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3464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Rs 3,000
Remaining 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834640"/>
            <a:ext cx="548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033"/>
                </a:solidFill>
              </a:rPr>
              <a:t>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834640"/>
            <a:ext cx="77724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Preview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52760" y="2834640"/>
            <a:ext cx="640080" cy="4114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91B1B"/>
                </a:solidFill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6576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Customer name
0300 0000000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B5F"/>
                </a:solidFill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6576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Chest / Shoulder
Sleeve /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6576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Rs 3,000
Remaining 500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657600"/>
            <a:ext cx="548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033"/>
                </a:solidFill>
              </a:rPr>
              <a:t>Edit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3657600"/>
            <a:ext cx="77724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Preview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52760" y="3657600"/>
            <a:ext cx="640080" cy="4114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91B1B"/>
                </a:solidFill>
              </a:rPr>
              <a:t>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80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Customer name
0300 0000000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805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6B5F"/>
                </a:solidFill>
              </a:rPr>
              <a:t>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4805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Chest / Shoulder
Sleeve / Length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48056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172033"/>
                </a:solidFill>
              </a:rPr>
              <a:t>Rs 3,000
Remaining 500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480560"/>
            <a:ext cx="54864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033"/>
                </a:solidFill>
              </a:rPr>
              <a:t>Edit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4480560"/>
            <a:ext cx="777240" cy="41148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Preview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52760" y="4480560"/>
            <a:ext cx="640080" cy="4114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991B1B"/>
                </a:solidFill>
              </a:rPr>
              <a:t>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Data Storage: Local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Reliable local database instead of browser-only storage.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55448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B2A"/>
                </a:solidFill>
              </a:rPr>
              <a:t>Where data is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D6B5F"/>
                </a:solidFill>
              </a:rPr>
              <a:t>shop-dashboard-test\data\tailor-dashboard.db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480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72033"/>
                </a:solidFill>
              </a:defRPr>
            </a:pPr>
            <a:r>
              <a:t>Works offline on the client laptop</a:t>
            </a:r>
          </a:p>
          <a:p>
            <a:pPr>
              <a:spcAft>
                <a:spcPts val="800"/>
              </a:spcAft>
              <a:defRPr sz="1300">
                <a:solidFill>
                  <a:srgbClr val="172033"/>
                </a:solidFill>
              </a:defRPr>
            </a:pPr>
            <a:r>
              <a:t>Browser clear karne se data delete nahi hota</a:t>
            </a:r>
          </a:p>
          <a:p>
            <a:pPr>
              <a:spcAft>
                <a:spcPts val="800"/>
              </a:spcAft>
              <a:defRPr sz="1300">
                <a:solidFill>
                  <a:srgbClr val="172033"/>
                </a:solidFill>
              </a:defRPr>
            </a:pPr>
            <a:r>
              <a:t>Backup is simple: copy the .db file</a:t>
            </a:r>
          </a:p>
          <a:p>
            <a:pPr>
              <a:spcAft>
                <a:spcPts val="800"/>
              </a:spcAft>
              <a:defRPr sz="1300">
                <a:solidFill>
                  <a:srgbClr val="172033"/>
                </a:solidFill>
              </a:defRPr>
            </a:pPr>
            <a:r>
              <a:t>No monthly database fee for local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4754880" cy="4114800"/>
          </a:xfrm>
          <a:prstGeom prst="roundRect">
            <a:avLst/>
          </a:prstGeom>
          <a:solidFill>
            <a:srgbClr val="122B2A"/>
          </a:solidFill>
          <a:ln w="12700">
            <a:solidFill>
              <a:srgbClr val="122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Client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3840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8DFD2"/>
                </a:solidFill>
              </a:defRPr>
            </a:pPr>
            <a:r>
              <a:t>One-time install on laptop</a:t>
            </a:r>
          </a:p>
          <a:p>
            <a:pPr>
              <a:spcAft>
                <a:spcPts val="800"/>
              </a:spcAft>
              <a:defRPr sz="1400">
                <a:solidFill>
                  <a:srgbClr val="E8DFD2"/>
                </a:solidFill>
              </a:defRPr>
            </a:pPr>
            <a:r>
              <a:t>Desktop shortcut created</a:t>
            </a:r>
          </a:p>
          <a:p>
            <a:pPr>
              <a:spcAft>
                <a:spcPts val="800"/>
              </a:spcAft>
              <a:defRPr sz="1400">
                <a:solidFill>
                  <a:srgbClr val="E8DFD2"/>
                </a:solidFill>
              </a:defRPr>
            </a:pPr>
            <a:r>
              <a:t>App opens in browser</a:t>
            </a:r>
          </a:p>
          <a:p>
            <a:pPr>
              <a:spcAft>
                <a:spcPts val="800"/>
              </a:spcAft>
              <a:defRPr sz="1400">
                <a:solidFill>
                  <a:srgbClr val="E8DFD2"/>
                </a:solidFill>
              </a:defRPr>
            </a:pPr>
            <a:r>
              <a:t>Terminal can run hidden in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754880"/>
            <a:ext cx="2194560" cy="411480"/>
          </a:xfrm>
          <a:prstGeom prst="round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Daily use: click icon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22B2A"/>
                </a:solidFill>
              </a:rPr>
              <a:t>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</a:rPr>
              <a:t>Recommended phased delivery for client approval.</a:t>
            </a:r>
          </a:p>
        </p:txBody>
      </p:sp>
      <p:pic>
        <p:nvPicPr>
          <p:cNvPr id="5" name="Picture 4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320040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1508760"/>
            <a:ext cx="10332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916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6B5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9163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Local dashboard, form, records, SQLite, desktop icon.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0332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6B5F"/>
                </a:solidFill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4320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Print measurement slip, invoice, backup/restore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11879"/>
            <a:ext cx="10332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5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6B5F"/>
                </a:solidFill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9475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Reports, order reminders, customer SMS/WhatsApp options.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10332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6B5F"/>
                </a:solidFill>
              </a:rP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84632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Optional online sync or multi-device 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8076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22B2A"/>
                </a:solidFill>
              </a:rPr>
              <a:t>Goal: make order entry fast, professional, and safe for daily tailor shop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ans-fabric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777240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219456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Aans Fabric Tailor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88036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E8DFD2"/>
                </a:solidFill>
              </a:rPr>
              <a:t>A clean local system for measurements, orders, payments, and customer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3794760"/>
            <a:ext cx="2560320" cy="411480"/>
          </a:xfrm>
          <a:prstGeom prst="roundRect">
            <a:avLst/>
          </a:prstGeom>
          <a:solidFill>
            <a:srgbClr val="D8B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2B2A"/>
                </a:solidFill>
              </a:rPr>
              <a:t>Ready for client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